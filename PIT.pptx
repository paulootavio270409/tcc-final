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35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60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93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34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92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39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38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15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60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631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7614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244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562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880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194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27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A21C5B-20F5-4848-BB03-21549FB6C20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0771A-6721-4A45-A986-D72E87AD7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613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F8717-ED78-22D3-0738-8C01A7993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95530"/>
            <a:ext cx="8825658" cy="1185090"/>
          </a:xfrm>
        </p:spPr>
        <p:txBody>
          <a:bodyPr/>
          <a:lstStyle/>
          <a:p>
            <a:r>
              <a:rPr lang="pt-BR"/>
              <a:t>SITE DE POSTAGEN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9A5363-32A8-052C-499E-90763B22A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075" y="2318660"/>
            <a:ext cx="8825658" cy="861420"/>
          </a:xfrm>
        </p:spPr>
        <p:txBody>
          <a:bodyPr/>
          <a:lstStyle/>
          <a:p>
            <a:r>
              <a:rPr lang="pt-BR" dirty="0"/>
              <a:t>Site de POSTAGENS</a:t>
            </a:r>
          </a:p>
        </p:txBody>
      </p:sp>
    </p:spTree>
    <p:extLst>
      <p:ext uri="{BB962C8B-B14F-4D97-AF65-F5344CB8AC3E}">
        <p14:creationId xmlns:p14="http://schemas.microsoft.com/office/powerpoint/2010/main" val="49860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2DA2B-D183-5FF6-C15C-D4D056B9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B20D54-9638-EEAA-945E-1E844A5A8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Atualmente, o processo de conferência de tarefas (o famoso "visto") é analógico e lento.</a:t>
            </a:r>
          </a:p>
          <a:p>
            <a:r>
              <a:rPr lang="pt-BR" b="1" dirty="0"/>
              <a:t>Perda de Produtividade:</a:t>
            </a:r>
            <a:r>
              <a:rPr lang="pt-BR" dirty="0"/>
              <a:t> 25 minutos por aula representam cerca de </a:t>
            </a:r>
            <a:r>
              <a:rPr lang="pt-BR" b="1" dirty="0"/>
              <a:t>100 horas perdidas por ano</a:t>
            </a:r>
            <a:r>
              <a:rPr lang="pt-BR" dirty="0"/>
              <a:t> em uma única disciplina.</a:t>
            </a:r>
          </a:p>
          <a:p>
            <a:r>
              <a:rPr lang="pt-BR" b="1" dirty="0"/>
              <a:t>Interrupção do Fluxo:</a:t>
            </a:r>
            <a:r>
              <a:rPr lang="pt-BR" dirty="0"/>
              <a:t> O professor para de explicar para circular na sala, perdendo o ritmo pedagógico.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572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9D031-A1FE-A612-C5EB-77BD4196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54E41-F5BF-2190-6304-F49FC3184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 Um portal web focado em </a:t>
            </a:r>
            <a:r>
              <a:rPr lang="pt-BR" b="1" dirty="0"/>
              <a:t>validação rápida</a:t>
            </a:r>
            <a:r>
              <a:rPr lang="pt-BR" dirty="0"/>
              <a:t>.</a:t>
            </a:r>
          </a:p>
          <a:p>
            <a:r>
              <a:rPr lang="pt-BR" b="1" dirty="0"/>
              <a:t>Aluno:</a:t>
            </a:r>
            <a:r>
              <a:rPr lang="pt-BR" dirty="0"/>
              <a:t> postagem de fotos ou arquivos  da atividade feita no caderno ou online</a:t>
            </a:r>
          </a:p>
          <a:p>
            <a:r>
              <a:rPr lang="pt-BR" b="1" dirty="0"/>
              <a:t>Professor:</a:t>
            </a:r>
            <a:r>
              <a:rPr lang="pt-BR" dirty="0"/>
              <a:t> Um painel que mostra em tempo real:</a:t>
            </a:r>
          </a:p>
          <a:p>
            <a:pPr lvl="1"/>
            <a:r>
              <a:rPr lang="pt-BR" dirty="0"/>
              <a:t>Gráfico de entrega (</a:t>
            </a:r>
            <a:r>
              <a:rPr lang="pt-BR" dirty="0" err="1"/>
              <a:t>Ex</a:t>
            </a:r>
            <a:r>
              <a:rPr lang="pt-BR" dirty="0"/>
              <a:t>: 28 atividades compartilhadas).</a:t>
            </a:r>
          </a:p>
          <a:p>
            <a:pPr lvl="1"/>
            <a:r>
              <a:rPr lang="pt-BR" dirty="0"/>
              <a:t>Lista com nomes (Entregue / Pendente / Atrasado).</a:t>
            </a:r>
          </a:p>
          <a:p>
            <a:pPr lvl="1"/>
            <a:r>
              <a:rPr lang="pt-BR" dirty="0"/>
              <a:t>Visualização rápida da previsão de notas</a:t>
            </a:r>
          </a:p>
        </p:txBody>
      </p:sp>
    </p:spTree>
    <p:extLst>
      <p:ext uri="{BB962C8B-B14F-4D97-AF65-F5344CB8AC3E}">
        <p14:creationId xmlns:p14="http://schemas.microsoft.com/office/powerpoint/2010/main" val="370847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1EE14-09C4-1926-60DB-815F04ED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INOVAÇÃO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2349C-449F-DA13-03A4-2CFB2C49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Diferente de plataformas complexas como Google </a:t>
            </a:r>
            <a:r>
              <a:rPr lang="pt-BR" dirty="0" err="1"/>
              <a:t>Classroom</a:t>
            </a:r>
            <a:r>
              <a:rPr lang="pt-BR" dirty="0"/>
              <a:t> ou o próprio </a:t>
            </a:r>
            <a:r>
              <a:rPr lang="pt-BR" dirty="0" err="1"/>
              <a:t>teams</a:t>
            </a:r>
            <a:r>
              <a:rPr lang="pt-BR" dirty="0"/>
              <a:t>, que exigem muitos cliques, a inovação foca na </a:t>
            </a:r>
            <a:r>
              <a:rPr lang="pt-BR" b="1" dirty="0"/>
              <a:t>Simplicidade Extrema</a:t>
            </a:r>
            <a:r>
              <a:rPr lang="pt-BR" dirty="0"/>
              <a:t>:</a:t>
            </a:r>
          </a:p>
          <a:p>
            <a:r>
              <a:rPr lang="pt-BR" dirty="0"/>
              <a:t> </a:t>
            </a:r>
            <a:r>
              <a:rPr lang="pt-BR" b="1" dirty="0"/>
              <a:t>Foco no "Visto":</a:t>
            </a:r>
            <a:r>
              <a:rPr lang="pt-BR" dirty="0"/>
              <a:t> O site não é para dar aulas, é uma ferramenta de </a:t>
            </a:r>
            <a:r>
              <a:rPr lang="pt-BR" b="1" dirty="0" err="1"/>
              <a:t>check-list</a:t>
            </a:r>
            <a:r>
              <a:rPr lang="pt-BR" b="1" dirty="0"/>
              <a:t> digital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595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CA8AB-19B6-629C-E34B-5A7CAAE2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41" y="395748"/>
            <a:ext cx="8825659" cy="1981200"/>
          </a:xfrm>
        </p:spPr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D8B254-098D-9B2F-D1C2-6B12A25E8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858" y="3077497"/>
            <a:ext cx="8825659" cy="2362200"/>
          </a:xfrm>
        </p:spPr>
        <p:txBody>
          <a:bodyPr/>
          <a:lstStyle/>
          <a:p>
            <a:r>
              <a:rPr lang="pt-BR" dirty="0"/>
              <a:t>FEITO POR:</a:t>
            </a:r>
          </a:p>
          <a:p>
            <a:r>
              <a:rPr lang="pt-BR" dirty="0"/>
              <a:t>-Paulo Otavio Pinto Abreu</a:t>
            </a:r>
          </a:p>
          <a:p>
            <a:r>
              <a:rPr lang="pt-BR" dirty="0"/>
              <a:t>-Pablo Gabriel dos Santos Souza</a:t>
            </a:r>
          </a:p>
          <a:p>
            <a:r>
              <a:rPr lang="pt-BR" dirty="0"/>
              <a:t>-Milleny Martha dos Santos</a:t>
            </a:r>
          </a:p>
        </p:txBody>
      </p:sp>
    </p:spTree>
    <p:extLst>
      <p:ext uri="{BB962C8B-B14F-4D97-AF65-F5344CB8AC3E}">
        <p14:creationId xmlns:p14="http://schemas.microsoft.com/office/powerpoint/2010/main" val="448323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336</TotalTime>
  <Words>195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Íon</vt:lpstr>
      <vt:lpstr>SITE DE POSTAGEN</vt:lpstr>
      <vt:lpstr>O PROBLEMA</vt:lpstr>
      <vt:lpstr>SOLUÇÃO</vt:lpstr>
      <vt:lpstr>INOVAÇÃO</vt:lpstr>
      <vt:lpstr>OBRIGADO PELA ATENÇÃO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OTÁVIO PINTO ABREU</dc:creator>
  <cp:lastModifiedBy>PAULO OTÁVIO PINTO ABREU</cp:lastModifiedBy>
  <cp:revision>2</cp:revision>
  <dcterms:created xsi:type="dcterms:W3CDTF">2026-05-04T12:55:17Z</dcterms:created>
  <dcterms:modified xsi:type="dcterms:W3CDTF">2026-05-04T18:32:13Z</dcterms:modified>
</cp:coreProperties>
</file>